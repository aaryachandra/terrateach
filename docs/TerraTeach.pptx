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he problem" id="{a9036d2d-0e1e-25da-2017-b93ae07c2a45}">
          <p14:sldIdLst>
            <p14:sldId id="256"/>
            <p14:sldId id="257"/>
          </p14:sldIdLst>
        </p14:section>
        <p14:section name="Our solution" id="{1824728b-23e6-06e3-0a06-b075d270d585}">
          <p14:sldIdLst>
            <p14:sldId id="258"/>
            <p14:sldId id="259"/>
            <p14:sldId id="260"/>
            <p14:sldId id="261"/>
            <p14:sldId id="262"/>
          </p14:sldIdLst>
        </p14:section>
        <p14:section name="Impact" id="{abb3cd7c-9ee3-e5c5-c8fd-cb4dad246a27}">
          <p14:sldIdLst>
            <p14:sldId id="263"/>
          </p14:sldIdLst>
        </p14:section>
        <p14:section name="Next steps" id="{805b7f4d-d337-ce5a-82ba-d5048a8726b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47548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PLAI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TerraTeach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Helping students master map work for their geography exams</a:t>
            </a:r>
            <a:endParaRPr lang="en-US" sz="1800" dirty="0"/>
          </a:p>
        </p:txBody>
      </p:sp>
      <p:pic>
        <p:nvPicPr>
          <p:cNvPr id="4" name="Logo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868680"/>
            <a:ext cx="338328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Map work is where students get stuck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Map questions carry easy marks in geography exams, but students struggled to practise them well.</a:t>
            </a:r>
            <a:endParaRPr lang="en-US" sz="1600" dirty="0"/>
          </a:p>
        </p:txBody>
      </p:sp>
      <p:sp>
        <p:nvSpPr>
          <p:cNvPr id="4" name="Hard to reach the teacher"/>
          <p:cNvSpPr/>
          <p:nvPr/>
        </p:nvSpPr>
        <p:spPr>
          <a:xfrm>
            <a:off x="457200" y="1783080"/>
            <a:ext cx="2560320" cy="26517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5" name="Marker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5176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Hard to reach the teacher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In online classes, students couldn't easily show their map to a teacher or ask if it was right.</a:t>
            </a:r>
            <a:endParaRPr lang="en-US" sz="1700" dirty="0"/>
          </a:p>
        </p:txBody>
      </p:sp>
      <p:sp>
        <p:nvSpPr>
          <p:cNvPr id="8" name="No clear right answer"/>
          <p:cNvSpPr/>
          <p:nvPr/>
        </p:nvSpPr>
        <p:spPr>
          <a:xfrm>
            <a:off x="3291840" y="1783080"/>
            <a:ext cx="2560320" cy="26517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9" name="Marker"/>
          <p:cNvSpPr/>
          <p:nvPr/>
        </p:nvSpPr>
        <p:spPr>
          <a:xfrm>
            <a:off x="3566160" y="2011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661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65176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No clear right answer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Atlases and textbooks draw rivers differently, so students never knew exactly what the examiner expects.</a:t>
            </a:r>
            <a:endParaRPr lang="en-US" sz="1700" dirty="0"/>
          </a:p>
        </p:txBody>
      </p:sp>
      <p:sp>
        <p:nvSpPr>
          <p:cNvPr id="12" name="Practising alone"/>
          <p:cNvSpPr/>
          <p:nvPr/>
        </p:nvSpPr>
        <p:spPr>
          <a:xfrm>
            <a:off x="6126480" y="1783080"/>
            <a:ext cx="2560320" cy="26517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3" name="Marker"/>
          <p:cNvSpPr/>
          <p:nvPr/>
        </p:nvSpPr>
        <p:spPr>
          <a:xfrm>
            <a:off x="6400800" y="2011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651760"/>
            <a:ext cx="2057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Practising alone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Students had no way to check their own map, so mistakes only showed up in the exam.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One place to learn, practise and get feedback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TerraTeach turns a blank map of India into a classroom that students can use from home.</a:t>
            </a:r>
            <a:endParaRPr lang="en-US" sz="1600" dirty="0"/>
          </a:p>
        </p:txBody>
      </p:sp>
      <p:sp>
        <p:nvSpPr>
          <p:cNvPr id="4" name="Step 1"/>
          <p:cNvSpPr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87452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Learn from answer maps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river is traced exactly as the exam expects it</a:t>
            </a:r>
            <a:endParaRPr lang="en-US" sz="1600" dirty="0"/>
          </a:p>
        </p:txBody>
      </p:sp>
      <p:sp>
        <p:nvSpPr>
          <p:cNvPr id="7" name="Step 2"/>
          <p:cNvSpPr/>
          <p:nvPr/>
        </p:nvSpPr>
        <p:spPr>
          <a:xfrm>
            <a:off x="457200" y="2880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8346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Practise and check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Draw on a blank map, then compare with the right answer</a:t>
            </a:r>
            <a:endParaRPr lang="en-US" sz="1600" dirty="0"/>
          </a:p>
        </p:txBody>
      </p:sp>
      <p:sp>
        <p:nvSpPr>
          <p:cNvPr id="10" name="Step 3"/>
          <p:cNvSpPr/>
          <p:nvPr/>
        </p:nvSpPr>
        <p:spPr>
          <a:xfrm>
            <a:off x="457200" y="3840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7947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Ask the teacher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Send your map in and get feedback, even online</a:t>
            </a:r>
            <a:endParaRPr lang="en-US" sz="1600" dirty="0"/>
          </a:p>
        </p:txBody>
      </p:sp>
      <p:pic>
        <p:nvPicPr>
          <p:cNvPr id="13" name="River map" descr="allriv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097280"/>
            <a:ext cx="3337560" cy="3749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Every river, traced the way the exam expects</a:t>
            </a:r>
            <a:endParaRPr lang="en-US" sz="2800" dirty="0"/>
          </a:p>
        </p:txBody>
      </p:sp>
      <p:pic>
        <p:nvPicPr>
          <p:cNvPr id="3" name="Screenshot" descr="riv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4937760" cy="277749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715000" y="11430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685800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major rivers, from the Indus to the Kaveri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219456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We carefully traced each river to match the answer students are expected to draw in the exam.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Show one river at a time, or all of them together.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Add the state boundaries to see which states each river flows through.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Practise on a blank map, just like the exam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457200" y="1280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2344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Draw the rivers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Pick a colour, such as blue for water, and trace the river onto the map</a:t>
            </a:r>
            <a:endParaRPr lang="en-US" sz="1600" dirty="0"/>
          </a:p>
        </p:txBody>
      </p:sp>
      <p:sp>
        <p:nvSpPr>
          <p:cNvPr id="6" name="Step 2"/>
          <p:cNvSpPr/>
          <p:nvPr/>
        </p:nvSpPr>
        <p:spPr>
          <a:xfrm>
            <a:off x="457200" y="2240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945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Name what you draw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Add labels, just as the exam asks</a:t>
            </a:r>
            <a:endParaRPr lang="en-US" sz="1600" dirty="0"/>
          </a:p>
        </p:txBody>
      </p:sp>
      <p:sp>
        <p:nvSpPr>
          <p:cNvPr id="9" name="Step 3"/>
          <p:cNvSpPr/>
          <p:nvPr/>
        </p:nvSpPr>
        <p:spPr>
          <a:xfrm>
            <a:off x="457200" y="3200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1546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 again any time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Clear the map and try once more</a:t>
            </a:r>
            <a:endParaRPr lang="en-US" sz="1600" dirty="0"/>
          </a:p>
        </p:txBody>
      </p:sp>
      <p:pic>
        <p:nvPicPr>
          <p:cNvPr id="12" name="Screenshot" descr="stud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234440"/>
            <a:ext cx="4937760" cy="277749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Students check their own answer straight away</a:t>
            </a:r>
            <a:endParaRPr lang="en-US" sz="2800" dirty="0"/>
          </a:p>
        </p:txBody>
      </p:sp>
      <p:pic>
        <p:nvPicPr>
          <p:cNvPr id="3" name="Screenshot" descr="selftes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4937760" cy="277749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Step 1"/>
          <p:cNvSpPr/>
          <p:nvPr/>
        </p:nvSpPr>
        <p:spPr>
          <a:xfrm>
            <a:off x="5715000" y="1280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7150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234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Follow the guide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Faint outlines of the correct river path to trace over</a:t>
            </a:r>
            <a:endParaRPr lang="en-US" sz="1600" dirty="0"/>
          </a:p>
        </p:txBody>
      </p:sp>
      <p:sp>
        <p:nvSpPr>
          <p:cNvPr id="7" name="Step 2"/>
          <p:cNvSpPr/>
          <p:nvPr/>
        </p:nvSpPr>
        <p:spPr>
          <a:xfrm>
            <a:off x="5715000" y="2240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71500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21945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Reveal the states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Show state boundaries to check the river's course</a:t>
            </a:r>
            <a:endParaRPr lang="en-US" sz="1600" dirty="0"/>
          </a:p>
        </p:txBody>
      </p:sp>
      <p:sp>
        <p:nvSpPr>
          <p:cNvPr id="10" name="Step 3"/>
          <p:cNvSpPr/>
          <p:nvPr/>
        </p:nvSpPr>
        <p:spPr>
          <a:xfrm>
            <a:off x="5715000" y="3200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31546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Save for revision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 the finished map to revise before the exam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Students and teachers stay connected, even online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Student sends the map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click shares the finished map</a:t>
            </a:r>
            <a:endParaRPr lang="en-US" sz="1600" dirty="0"/>
          </a:p>
        </p:txBody>
      </p:sp>
      <p:sp>
        <p:nvSpPr>
          <p:cNvPr id="6" name="Step 2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0299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Teacher sees it at once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waiting for the next class</a:t>
            </a:r>
            <a:endParaRPr lang="en-US" sz="1600" dirty="0"/>
          </a:p>
        </p:txBody>
      </p:sp>
      <p:sp>
        <p:nvSpPr>
          <p:cNvPr id="9" name="Step 3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916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87121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Teacher replies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Short notes, like “Now add the Yamuna”</a:t>
            </a:r>
            <a:endParaRPr lang="en-US" sz="1600" dirty="0"/>
          </a:p>
        </p:txBody>
      </p:sp>
      <p:sp>
        <p:nvSpPr>
          <p:cNvPr id="12" name="Step 4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1246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Student reads the feedback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 appears on their screen within seconds</a:t>
            </a:r>
            <a:endParaRPr lang="en-US" sz="1600" dirty="0"/>
          </a:p>
        </p:txBody>
      </p:sp>
      <p:pic>
        <p:nvPicPr>
          <p:cNvPr id="15" name="Screenshot" descr="teach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234440"/>
            <a:ext cx="4754880" cy="267462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16" name="Text 13"/>
          <p:cNvSpPr txBox="1"/>
          <p:nvPr/>
        </p:nvSpPr>
        <p:spPr>
          <a:xfrm>
            <a:off x="3931920" y="4023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F76"/>
                </a:solidFill>
              </a:rPr>
              <a:t>What the teacher sees: the student's map and the feedback they sent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changes for students</a:t>
            </a:r>
            <a:endParaRPr lang="en-US" sz="2800" dirty="0"/>
          </a:p>
        </p:txBody>
      </p:sp>
      <p:sp>
        <p:nvSpPr>
          <p:cNvPr id="3" name="Before"/>
          <p:cNvSpPr/>
          <p:nvPr/>
        </p:nvSpPr>
        <p:spPr>
          <a:xfrm>
            <a:off x="457200" y="1234440"/>
            <a:ext cx="402336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Unsure whether their map was right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Waited for the next class to ask a question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Learned from maps that differ from the exam</a:t>
            </a:r>
            <a:endParaRPr lang="en-US" sz="1600" dirty="0"/>
          </a:p>
        </p:txBody>
      </p:sp>
      <p:sp>
        <p:nvSpPr>
          <p:cNvPr id="6" name="With TerraTeach"/>
          <p:cNvSpPr/>
          <p:nvPr/>
        </p:nvSpPr>
        <p:spPr>
          <a:xfrm>
            <a:off x="4663440" y="1234440"/>
            <a:ext cx="4023360" cy="3200400"/>
          </a:xfrm>
          <a:prstGeom prst="roundRect">
            <a:avLst>
              <a:gd name="adj" fmla="val 3429"/>
            </a:avLst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8348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TerraTeach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21031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 correct answer map for every river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Quick feedback from the teacher, even online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Practice that matches the exam paper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3600" dirty="0"/>
          </a:p>
        </p:txBody>
      </p:sp>
      <p:sp>
        <p:nvSpPr>
          <p:cNvPr id="3" name="Virtual classrooms"/>
          <p:cNvSpPr/>
          <p:nvPr/>
        </p:nvSpPr>
        <p:spPr>
          <a:xfrm>
            <a:off x="548640" y="1417320"/>
            <a:ext cx="384048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81912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accent5"/>
                </a:solidFill>
              </a:rPr>
              <a:t>Virtual classrooms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A room for each class, so teachers can follow every student</a:t>
            </a:r>
            <a:endParaRPr lang="en-US" sz="1800" dirty="0"/>
          </a:p>
        </p:txBody>
      </p:sp>
      <p:sp>
        <p:nvSpPr>
          <p:cNvPr id="5" name="More exam maps"/>
          <p:cNvSpPr/>
          <p:nvPr/>
        </p:nvSpPr>
        <p:spPr>
          <a:xfrm>
            <a:off x="4663440" y="1417320"/>
            <a:ext cx="384048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92040" y="1581912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accent5"/>
                </a:solidFill>
              </a:rPr>
              <a:t>More exam maps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Mountains, soils, states and every river in practice mode</a:t>
            </a:r>
            <a:endParaRPr lang="en-US" sz="1800" dirty="0"/>
          </a:p>
        </p:txBody>
      </p:sp>
      <p:sp>
        <p:nvSpPr>
          <p:cNvPr id="7" name="Any device"/>
          <p:cNvSpPr/>
          <p:nvPr/>
        </p:nvSpPr>
        <p:spPr>
          <a:xfrm>
            <a:off x="548640" y="3108960"/>
            <a:ext cx="384048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3273552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accent5"/>
                </a:solidFill>
              </a:rPr>
              <a:t>Any device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Use TerraTeach on tablets and phones, not just computers</a:t>
            </a:r>
            <a:endParaRPr lang="en-US" sz="1800" dirty="0"/>
          </a:p>
        </p:txBody>
      </p:sp>
      <p:sp>
        <p:nvSpPr>
          <p:cNvPr id="9" name="Progress tracking"/>
          <p:cNvSpPr/>
          <p:nvPr/>
        </p:nvSpPr>
        <p:spPr>
          <a:xfrm>
            <a:off x="4663440" y="3108960"/>
            <a:ext cx="384048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3273552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accent5"/>
                </a:solidFill>
              </a:rPr>
              <a:t>Progress tracking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Show teachers which maps each student finds hardest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rraTeach">
  <a:themeElements>
    <a:clrScheme name="TerraTeach">
      <a:dk1>
        <a:srgbClr val="1B1714"/>
      </a:dk1>
      <a:lt1>
        <a:srgbClr val="FFFFFF"/>
      </a:lt1>
      <a:dk2>
        <a:srgbClr val="2A221C"/>
      </a:dk2>
      <a:lt2>
        <a:srgbClr val="F3EEE8"/>
      </a:lt2>
      <a:accent1>
        <a:srgbClr val="C8784A"/>
      </a:accent1>
      <a:accent2>
        <a:srgbClr val="2290CB"/>
      </a:accent2>
      <a:accent3>
        <a:srgbClr val="6B8E5A"/>
      </a:accent3>
      <a:accent4>
        <a:srgbClr val="8A5A3C"/>
      </a:accent4>
      <a:accent5>
        <a:srgbClr val="E9B98F"/>
      </a:accent5>
      <a:accent6>
        <a:srgbClr val="5C6B73"/>
      </a:accent6>
      <a:hlink>
        <a:srgbClr val="2290CB"/>
      </a:hlink>
      <a:folHlink>
        <a:srgbClr val="8A5A3C"/>
      </a:folHlink>
    </a:clrScheme>
    <a:fontScheme name="TerraTea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TerraTeach</dc:title>
  <dc:subject>PptxGenJS Presentation</dc:subject>
  <dc:creator>TerraTeach</dc:creator>
  <cp:lastModifiedBy>TerraTeach</cp:lastModifiedBy>
  <cp:revision>1</cp:revision>
  <dcterms:created xsi:type="dcterms:W3CDTF">2026-10-15T20:06:55Z</dcterms:created>
  <dcterms:modified xsi:type="dcterms:W3CDTF">2026-10-15T20:06:55Z</dcterms:modified>
</cp:coreProperties>
</file>